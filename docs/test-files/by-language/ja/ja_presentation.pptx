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日本語マスキングテストメモ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担当者: 山田太郎</a:t>
            </a:r>
          </a:p>
          <a:p>
            <a:pPr>
              <a:defRPr sz="1600"/>
            </a:pPr>
            <a:r>
              <a:t>確認者: 佐藤花子</a:t>
            </a:r>
          </a:p>
          <a:p>
            <a:pPr>
              <a:defRPr sz="1600"/>
            </a:pPr>
            <a:r>
              <a:t>連絡先メール: yamada.taro@example.jp</a:t>
            </a:r>
          </a:p>
          <a:p>
            <a:pPr>
              <a:defRPr sz="1600"/>
            </a:pPr>
            <a:r>
              <a:t>代表電話: 03-1234-5678</a:t>
            </a:r>
          </a:p>
          <a:p>
            <a:pPr>
              <a:defRPr sz="1600"/>
            </a:pPr>
            <a:r>
              <a:t>再掲電話: 03-1234-5678</a:t>
            </a:r>
          </a:p>
          <a:p>
            <a:pPr>
              <a:defRPr sz="1600"/>
            </a:pPr>
            <a:r>
              <a:t>携帯電話: 09012345678</a:t>
            </a:r>
          </a:p>
          <a:p>
            <a:pPr>
              <a:defRPr sz="1600"/>
            </a:pPr>
            <a:r>
              <a:t>確認日: 2026-05-31</a:t>
            </a:r>
          </a:p>
          <a:p>
            <a:pPr>
              <a:defRPr sz="1600"/>
            </a:pPr>
            <a:r>
              <a:t>郵便番号: 100-0001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