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English masking test memo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Owner: Alice Smith</a:t>
            </a:r>
          </a:p>
          <a:p>
            <a:pPr>
              <a:defRPr sz="1600"/>
            </a:pPr>
            <a:r>
              <a:t>Reviewer: John Miller</a:t>
            </a:r>
          </a:p>
          <a:p>
            <a:pPr>
              <a:defRPr sz="1600"/>
            </a:pPr>
            <a:r>
              <a:t>Contact email: alice.smith@example.com</a:t>
            </a:r>
          </a:p>
          <a:p>
            <a:pPr>
              <a:defRPr sz="1600"/>
            </a:pPr>
            <a:r>
              <a:t>Primary phone: 202-555-0143</a:t>
            </a:r>
          </a:p>
          <a:p>
            <a:pPr>
              <a:defRPr sz="1600"/>
            </a:pPr>
            <a:r>
              <a:t>Repeated phone: 202-555-0143</a:t>
            </a:r>
          </a:p>
          <a:p>
            <a:pPr>
              <a:defRPr sz="1600"/>
            </a:pPr>
            <a:r>
              <a:t>Compact phone: 2025550143</a:t>
            </a:r>
          </a:p>
          <a:p>
            <a:pPr>
              <a:defRPr sz="1600"/>
            </a:pPr>
            <a:r>
              <a:t>Review date: 2026-05-31</a:t>
            </a:r>
          </a:p>
          <a:p>
            <a:pPr>
              <a:defRPr sz="1600"/>
            </a:pPr>
            <a:r>
              <a:t>Postal code: 10001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