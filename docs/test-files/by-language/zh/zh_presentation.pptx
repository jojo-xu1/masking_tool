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中文脱敏测试备忘录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负责人: 张伟</a:t>
            </a:r>
          </a:p>
          <a:p>
            <a:pPr>
              <a:defRPr sz="1600"/>
            </a:pPr>
            <a:r>
              <a:t>复核人: 李雷</a:t>
            </a:r>
          </a:p>
          <a:p>
            <a:pPr>
              <a:defRPr sz="1600"/>
            </a:pPr>
            <a:r>
              <a:t>联系邮箱: zhang.wei@example.cn</a:t>
            </a:r>
          </a:p>
          <a:p>
            <a:pPr>
              <a:defRPr sz="1600"/>
            </a:pPr>
            <a:r>
              <a:t>固定电话: +86 10 1234 5678</a:t>
            </a:r>
          </a:p>
          <a:p>
            <a:pPr>
              <a:defRPr sz="1600"/>
            </a:pPr>
            <a:r>
              <a:t>重复电话: +86 10 1234 5678</a:t>
            </a:r>
          </a:p>
          <a:p>
            <a:pPr>
              <a:defRPr sz="1600"/>
            </a:pPr>
            <a:r>
              <a:t>手机号码: 13800138000</a:t>
            </a:r>
          </a:p>
          <a:p>
            <a:pPr>
              <a:defRPr sz="1600"/>
            </a:pPr>
            <a:r>
              <a:t>确认日期: 2026-05-31</a:t>
            </a:r>
          </a:p>
          <a:p>
            <a:pPr>
              <a:defRPr sz="1600"/>
            </a:pPr>
            <a:r>
              <a:t>邮政编码: 100000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